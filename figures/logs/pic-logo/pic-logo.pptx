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2160588" cy="2160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92" autoAdjust="0"/>
    <p:restoredTop sz="94660"/>
  </p:normalViewPr>
  <p:slideViewPr>
    <p:cSldViewPr snapToGrid="0">
      <p:cViewPr>
        <p:scale>
          <a:sx n="150" d="100"/>
          <a:sy n="150" d="100"/>
        </p:scale>
        <p:origin x="4284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44" y="353596"/>
            <a:ext cx="1836500" cy="752205"/>
          </a:xfrm>
        </p:spPr>
        <p:txBody>
          <a:bodyPr anchor="b"/>
          <a:lstStyle>
            <a:lvl1pPr algn="ctr">
              <a:defRPr sz="141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74" y="1134809"/>
            <a:ext cx="1620441" cy="521642"/>
          </a:xfrm>
        </p:spPr>
        <p:txBody>
          <a:bodyPr/>
          <a:lstStyle>
            <a:lvl1pPr marL="0" indent="0" algn="ctr">
              <a:buNone/>
              <a:defRPr sz="567"/>
            </a:lvl1pPr>
            <a:lvl2pPr marL="108036" indent="0" algn="ctr">
              <a:buNone/>
              <a:defRPr sz="473"/>
            </a:lvl2pPr>
            <a:lvl3pPr marL="216073" indent="0" algn="ctr">
              <a:buNone/>
              <a:defRPr sz="425"/>
            </a:lvl3pPr>
            <a:lvl4pPr marL="324109" indent="0" algn="ctr">
              <a:buNone/>
              <a:defRPr sz="378"/>
            </a:lvl4pPr>
            <a:lvl5pPr marL="432145" indent="0" algn="ctr">
              <a:buNone/>
              <a:defRPr sz="378"/>
            </a:lvl5pPr>
            <a:lvl6pPr marL="540182" indent="0" algn="ctr">
              <a:buNone/>
              <a:defRPr sz="378"/>
            </a:lvl6pPr>
            <a:lvl7pPr marL="648218" indent="0" algn="ctr">
              <a:buNone/>
              <a:defRPr sz="378"/>
            </a:lvl7pPr>
            <a:lvl8pPr marL="756255" indent="0" algn="ctr">
              <a:buNone/>
              <a:defRPr sz="378"/>
            </a:lvl8pPr>
            <a:lvl9pPr marL="864291" indent="0" algn="ctr">
              <a:buNone/>
              <a:defRPr sz="37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D9B57-DDF9-494A-BB61-05771C85A5F2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44E-37DE-427D-8698-3B7442DE2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789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D9B57-DDF9-494A-BB61-05771C85A5F2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44E-37DE-427D-8698-3B7442DE2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500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415" y="538647"/>
            <a:ext cx="1863507" cy="898744"/>
          </a:xfrm>
        </p:spPr>
        <p:txBody>
          <a:bodyPr anchor="b"/>
          <a:lstStyle>
            <a:lvl1pPr>
              <a:defRPr sz="141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415" y="1445894"/>
            <a:ext cx="1863507" cy="472628"/>
          </a:xfrm>
        </p:spPr>
        <p:txBody>
          <a:bodyPr/>
          <a:lstStyle>
            <a:lvl1pPr marL="0" indent="0">
              <a:buNone/>
              <a:defRPr sz="567">
                <a:solidFill>
                  <a:schemeClr val="tx1"/>
                </a:solidFill>
              </a:defRPr>
            </a:lvl1pPr>
            <a:lvl2pPr marL="108036" indent="0">
              <a:buNone/>
              <a:defRPr sz="473">
                <a:solidFill>
                  <a:schemeClr val="tx1">
                    <a:tint val="75000"/>
                  </a:schemeClr>
                </a:solidFill>
              </a:defRPr>
            </a:lvl2pPr>
            <a:lvl3pPr marL="216073" indent="0">
              <a:buNone/>
              <a:defRPr sz="425">
                <a:solidFill>
                  <a:schemeClr val="tx1">
                    <a:tint val="75000"/>
                  </a:schemeClr>
                </a:solidFill>
              </a:defRPr>
            </a:lvl3pPr>
            <a:lvl4pPr marL="324109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4pPr>
            <a:lvl5pPr marL="432145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5pPr>
            <a:lvl6pPr marL="540182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6pPr>
            <a:lvl7pPr marL="648218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7pPr>
            <a:lvl8pPr marL="756255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8pPr>
            <a:lvl9pPr marL="864291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D9B57-DDF9-494A-BB61-05771C85A5F2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44E-37DE-427D-8698-3B7442DE2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486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40" y="575157"/>
            <a:ext cx="918250" cy="1370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798" y="575157"/>
            <a:ext cx="918250" cy="13708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D9B57-DDF9-494A-BB61-05771C85A5F2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44E-37DE-427D-8698-3B7442DE2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77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22" y="115032"/>
            <a:ext cx="1863507" cy="41761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822" y="529645"/>
            <a:ext cx="914030" cy="259570"/>
          </a:xfrm>
        </p:spPr>
        <p:txBody>
          <a:bodyPr anchor="b"/>
          <a:lstStyle>
            <a:lvl1pPr marL="0" indent="0">
              <a:buNone/>
              <a:defRPr sz="567" b="1"/>
            </a:lvl1pPr>
            <a:lvl2pPr marL="108036" indent="0">
              <a:buNone/>
              <a:defRPr sz="473" b="1"/>
            </a:lvl2pPr>
            <a:lvl3pPr marL="216073" indent="0">
              <a:buNone/>
              <a:defRPr sz="425" b="1"/>
            </a:lvl3pPr>
            <a:lvl4pPr marL="324109" indent="0">
              <a:buNone/>
              <a:defRPr sz="378" b="1"/>
            </a:lvl4pPr>
            <a:lvl5pPr marL="432145" indent="0">
              <a:buNone/>
              <a:defRPr sz="378" b="1"/>
            </a:lvl5pPr>
            <a:lvl6pPr marL="540182" indent="0">
              <a:buNone/>
              <a:defRPr sz="378" b="1"/>
            </a:lvl6pPr>
            <a:lvl7pPr marL="648218" indent="0">
              <a:buNone/>
              <a:defRPr sz="378" b="1"/>
            </a:lvl7pPr>
            <a:lvl8pPr marL="756255" indent="0">
              <a:buNone/>
              <a:defRPr sz="378" b="1"/>
            </a:lvl8pPr>
            <a:lvl9pPr marL="864291" indent="0">
              <a:buNone/>
              <a:defRPr sz="37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822" y="789215"/>
            <a:ext cx="914030" cy="116081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798" y="529645"/>
            <a:ext cx="918531" cy="259570"/>
          </a:xfrm>
        </p:spPr>
        <p:txBody>
          <a:bodyPr anchor="b"/>
          <a:lstStyle>
            <a:lvl1pPr marL="0" indent="0">
              <a:buNone/>
              <a:defRPr sz="567" b="1"/>
            </a:lvl1pPr>
            <a:lvl2pPr marL="108036" indent="0">
              <a:buNone/>
              <a:defRPr sz="473" b="1"/>
            </a:lvl2pPr>
            <a:lvl3pPr marL="216073" indent="0">
              <a:buNone/>
              <a:defRPr sz="425" b="1"/>
            </a:lvl3pPr>
            <a:lvl4pPr marL="324109" indent="0">
              <a:buNone/>
              <a:defRPr sz="378" b="1"/>
            </a:lvl4pPr>
            <a:lvl5pPr marL="432145" indent="0">
              <a:buNone/>
              <a:defRPr sz="378" b="1"/>
            </a:lvl5pPr>
            <a:lvl6pPr marL="540182" indent="0">
              <a:buNone/>
              <a:defRPr sz="378" b="1"/>
            </a:lvl6pPr>
            <a:lvl7pPr marL="648218" indent="0">
              <a:buNone/>
              <a:defRPr sz="378" b="1"/>
            </a:lvl7pPr>
            <a:lvl8pPr marL="756255" indent="0">
              <a:buNone/>
              <a:defRPr sz="378" b="1"/>
            </a:lvl8pPr>
            <a:lvl9pPr marL="864291" indent="0">
              <a:buNone/>
              <a:defRPr sz="37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798" y="789215"/>
            <a:ext cx="918531" cy="116081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D9B57-DDF9-494A-BB61-05771C85A5F2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44E-37DE-427D-8698-3B7442DE2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674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D9B57-DDF9-494A-BB61-05771C85A5F2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44E-37DE-427D-8698-3B7442DE2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56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D9B57-DDF9-494A-BB61-05771C85A5F2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44E-37DE-427D-8698-3B7442DE2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60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22" y="144039"/>
            <a:ext cx="696846" cy="504137"/>
          </a:xfrm>
        </p:spPr>
        <p:txBody>
          <a:bodyPr anchor="b"/>
          <a:lstStyle>
            <a:lvl1pPr>
              <a:defRPr sz="75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531" y="311085"/>
            <a:ext cx="1093798" cy="1535418"/>
          </a:xfrm>
        </p:spPr>
        <p:txBody>
          <a:bodyPr/>
          <a:lstStyle>
            <a:lvl1pPr>
              <a:defRPr sz="756"/>
            </a:lvl1pPr>
            <a:lvl2pPr>
              <a:defRPr sz="662"/>
            </a:lvl2pPr>
            <a:lvl3pPr>
              <a:defRPr sz="567"/>
            </a:lvl3pPr>
            <a:lvl4pPr>
              <a:defRPr sz="473"/>
            </a:lvl4pPr>
            <a:lvl5pPr>
              <a:defRPr sz="473"/>
            </a:lvl5pPr>
            <a:lvl6pPr>
              <a:defRPr sz="473"/>
            </a:lvl6pPr>
            <a:lvl7pPr>
              <a:defRPr sz="473"/>
            </a:lvl7pPr>
            <a:lvl8pPr>
              <a:defRPr sz="473"/>
            </a:lvl8pPr>
            <a:lvl9pPr>
              <a:defRPr sz="47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822" y="648176"/>
            <a:ext cx="696846" cy="1200827"/>
          </a:xfrm>
        </p:spPr>
        <p:txBody>
          <a:bodyPr/>
          <a:lstStyle>
            <a:lvl1pPr marL="0" indent="0">
              <a:buNone/>
              <a:defRPr sz="378"/>
            </a:lvl1pPr>
            <a:lvl2pPr marL="108036" indent="0">
              <a:buNone/>
              <a:defRPr sz="331"/>
            </a:lvl2pPr>
            <a:lvl3pPr marL="216073" indent="0">
              <a:buNone/>
              <a:defRPr sz="284"/>
            </a:lvl3pPr>
            <a:lvl4pPr marL="324109" indent="0">
              <a:buNone/>
              <a:defRPr sz="236"/>
            </a:lvl4pPr>
            <a:lvl5pPr marL="432145" indent="0">
              <a:buNone/>
              <a:defRPr sz="236"/>
            </a:lvl5pPr>
            <a:lvl6pPr marL="540182" indent="0">
              <a:buNone/>
              <a:defRPr sz="236"/>
            </a:lvl6pPr>
            <a:lvl7pPr marL="648218" indent="0">
              <a:buNone/>
              <a:defRPr sz="236"/>
            </a:lvl7pPr>
            <a:lvl8pPr marL="756255" indent="0">
              <a:buNone/>
              <a:defRPr sz="236"/>
            </a:lvl8pPr>
            <a:lvl9pPr marL="864291" indent="0">
              <a:buNone/>
              <a:defRPr sz="23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D9B57-DDF9-494A-BB61-05771C85A5F2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44E-37DE-427D-8698-3B7442DE2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082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22" y="144039"/>
            <a:ext cx="696846" cy="504137"/>
          </a:xfrm>
        </p:spPr>
        <p:txBody>
          <a:bodyPr anchor="b"/>
          <a:lstStyle>
            <a:lvl1pPr>
              <a:defRPr sz="75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531" y="311085"/>
            <a:ext cx="1093798" cy="1535418"/>
          </a:xfrm>
        </p:spPr>
        <p:txBody>
          <a:bodyPr anchor="t"/>
          <a:lstStyle>
            <a:lvl1pPr marL="0" indent="0">
              <a:buNone/>
              <a:defRPr sz="756"/>
            </a:lvl1pPr>
            <a:lvl2pPr marL="108036" indent="0">
              <a:buNone/>
              <a:defRPr sz="662"/>
            </a:lvl2pPr>
            <a:lvl3pPr marL="216073" indent="0">
              <a:buNone/>
              <a:defRPr sz="567"/>
            </a:lvl3pPr>
            <a:lvl4pPr marL="324109" indent="0">
              <a:buNone/>
              <a:defRPr sz="473"/>
            </a:lvl4pPr>
            <a:lvl5pPr marL="432145" indent="0">
              <a:buNone/>
              <a:defRPr sz="473"/>
            </a:lvl5pPr>
            <a:lvl6pPr marL="540182" indent="0">
              <a:buNone/>
              <a:defRPr sz="473"/>
            </a:lvl6pPr>
            <a:lvl7pPr marL="648218" indent="0">
              <a:buNone/>
              <a:defRPr sz="473"/>
            </a:lvl7pPr>
            <a:lvl8pPr marL="756255" indent="0">
              <a:buNone/>
              <a:defRPr sz="473"/>
            </a:lvl8pPr>
            <a:lvl9pPr marL="864291" indent="0">
              <a:buNone/>
              <a:defRPr sz="47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822" y="648176"/>
            <a:ext cx="696846" cy="1200827"/>
          </a:xfrm>
        </p:spPr>
        <p:txBody>
          <a:bodyPr/>
          <a:lstStyle>
            <a:lvl1pPr marL="0" indent="0">
              <a:buNone/>
              <a:defRPr sz="378"/>
            </a:lvl1pPr>
            <a:lvl2pPr marL="108036" indent="0">
              <a:buNone/>
              <a:defRPr sz="331"/>
            </a:lvl2pPr>
            <a:lvl3pPr marL="216073" indent="0">
              <a:buNone/>
              <a:defRPr sz="284"/>
            </a:lvl3pPr>
            <a:lvl4pPr marL="324109" indent="0">
              <a:buNone/>
              <a:defRPr sz="236"/>
            </a:lvl4pPr>
            <a:lvl5pPr marL="432145" indent="0">
              <a:buNone/>
              <a:defRPr sz="236"/>
            </a:lvl5pPr>
            <a:lvl6pPr marL="540182" indent="0">
              <a:buNone/>
              <a:defRPr sz="236"/>
            </a:lvl6pPr>
            <a:lvl7pPr marL="648218" indent="0">
              <a:buNone/>
              <a:defRPr sz="236"/>
            </a:lvl7pPr>
            <a:lvl8pPr marL="756255" indent="0">
              <a:buNone/>
              <a:defRPr sz="236"/>
            </a:lvl8pPr>
            <a:lvl9pPr marL="864291" indent="0">
              <a:buNone/>
              <a:defRPr sz="23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D9B57-DDF9-494A-BB61-05771C85A5F2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44E-37DE-427D-8698-3B7442DE2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91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D9B57-DDF9-494A-BB61-05771C85A5F2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44E-37DE-427D-8698-3B7442DE2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150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6171" y="115032"/>
            <a:ext cx="465877" cy="18309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41" y="115032"/>
            <a:ext cx="1370623" cy="183099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D9B57-DDF9-494A-BB61-05771C85A5F2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A844E-37DE-427D-8698-3B7442DE2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764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41" y="115032"/>
            <a:ext cx="1863507" cy="417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41" y="575157"/>
            <a:ext cx="1863507" cy="137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41" y="2002546"/>
            <a:ext cx="486132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D9B57-DDF9-494A-BB61-05771C85A5F2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695" y="2002546"/>
            <a:ext cx="729198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915" y="2002546"/>
            <a:ext cx="486132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A844E-37DE-427D-8698-3B7442DE24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51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216073" rtl="0" eaLnBrk="1" latinLnBrk="0" hangingPunct="1">
        <a:lnSpc>
          <a:spcPct val="90000"/>
        </a:lnSpc>
        <a:spcBef>
          <a:spcPct val="0"/>
        </a:spcBef>
        <a:buNone/>
        <a:defRPr sz="10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018" indent="-54018" algn="l" defTabSz="21607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662" kern="1200">
          <a:solidFill>
            <a:schemeClr val="tx1"/>
          </a:solidFill>
          <a:latin typeface="+mn-lt"/>
          <a:ea typeface="+mn-ea"/>
          <a:cs typeface="+mn-cs"/>
        </a:defRPr>
      </a:lvl1pPr>
      <a:lvl2pPr marL="162055" indent="-54018" algn="l" defTabSz="216073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70091" indent="-54018" algn="l" defTabSz="216073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73" kern="1200">
          <a:solidFill>
            <a:schemeClr val="tx1"/>
          </a:solidFill>
          <a:latin typeface="+mn-lt"/>
          <a:ea typeface="+mn-ea"/>
          <a:cs typeface="+mn-cs"/>
        </a:defRPr>
      </a:lvl3pPr>
      <a:lvl4pPr marL="378127" indent="-54018" algn="l" defTabSz="216073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4pPr>
      <a:lvl5pPr marL="486164" indent="-54018" algn="l" defTabSz="216073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5pPr>
      <a:lvl6pPr marL="594200" indent="-54018" algn="l" defTabSz="216073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6pPr>
      <a:lvl7pPr marL="702236" indent="-54018" algn="l" defTabSz="216073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7pPr>
      <a:lvl8pPr marL="810273" indent="-54018" algn="l" defTabSz="216073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8pPr>
      <a:lvl9pPr marL="918309" indent="-54018" algn="l" defTabSz="216073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6073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1pPr>
      <a:lvl2pPr marL="108036" algn="l" defTabSz="216073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2pPr>
      <a:lvl3pPr marL="216073" algn="l" defTabSz="216073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3pPr>
      <a:lvl4pPr marL="324109" algn="l" defTabSz="216073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4pPr>
      <a:lvl5pPr marL="432145" algn="l" defTabSz="216073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5pPr>
      <a:lvl6pPr marL="540182" algn="l" defTabSz="216073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6pPr>
      <a:lvl7pPr marL="648218" algn="l" defTabSz="216073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7pPr>
      <a:lvl8pPr marL="756255" algn="l" defTabSz="216073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8pPr>
      <a:lvl9pPr marL="864291" algn="l" defTabSz="216073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6434B0B-5F23-D4CB-6C50-72DBE6F59247}"/>
              </a:ext>
            </a:extLst>
          </p:cNvPr>
          <p:cNvGrpSpPr/>
          <p:nvPr/>
        </p:nvGrpSpPr>
        <p:grpSpPr>
          <a:xfrm>
            <a:off x="37744" y="-114772"/>
            <a:ext cx="2085110" cy="2243499"/>
            <a:chOff x="496743" y="409268"/>
            <a:chExt cx="2606963" cy="2804993"/>
          </a:xfrm>
        </p:grpSpPr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799B5F80-E166-105B-CBCF-5232F3C20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96743" y="409268"/>
              <a:ext cx="2606963" cy="2606963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040D22D-D293-ADA8-1176-A19910FA14F1}"/>
                </a:ext>
              </a:extLst>
            </p:cNvPr>
            <p:cNvSpPr txBox="1"/>
            <p:nvPr/>
          </p:nvSpPr>
          <p:spPr>
            <a:xfrm>
              <a:off x="1721681" y="2499325"/>
              <a:ext cx="531002" cy="714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116" b="1" dirty="0">
                  <a:latin typeface="江城黑体 900W" panose="020B0A00000000000000" pitchFamily="34" charset="-122"/>
                  <a:ea typeface="江城黑体 900W" panose="020B0A00000000000000" pitchFamily="34" charset="-122"/>
                  <a:cs typeface="Alibaba Sans Black" panose="020B0A03020203040204" pitchFamily="34" charset="0"/>
                </a:rPr>
                <a:t>石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0038CDD7-E31D-531B-CF20-AA9113F023D1}"/>
                </a:ext>
              </a:extLst>
            </p:cNvPr>
            <p:cNvSpPr txBox="1"/>
            <p:nvPr/>
          </p:nvSpPr>
          <p:spPr>
            <a:xfrm>
              <a:off x="1240815" y="2499325"/>
              <a:ext cx="531002" cy="714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116" b="1" dirty="0">
                  <a:latin typeface="江城黑体 900W" panose="020B0A00000000000000" pitchFamily="34" charset="-122"/>
                  <a:ea typeface="江城黑体 900W" panose="020B0A00000000000000" pitchFamily="34" charset="-122"/>
                  <a:cs typeface="Alibaba Sans Black" panose="020B0A03020203040204" pitchFamily="34" charset="0"/>
                </a:rPr>
                <a:t>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6385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</TotalTime>
  <Words>2</Words>
  <Application>Microsoft Office PowerPoint</Application>
  <PresentationFormat>自定义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江城黑体 900W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Leamon Lee</dc:creator>
  <cp:lastModifiedBy>Leamon Lee</cp:lastModifiedBy>
  <cp:revision>7</cp:revision>
  <dcterms:created xsi:type="dcterms:W3CDTF">2026-03-07T12:06:25Z</dcterms:created>
  <dcterms:modified xsi:type="dcterms:W3CDTF">2026-03-07T12:46:01Z</dcterms:modified>
</cp:coreProperties>
</file>