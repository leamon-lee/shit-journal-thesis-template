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6480175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6" d="100"/>
          <a:sy n="226" d="100"/>
        </p:scale>
        <p:origin x="204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22" y="294620"/>
            <a:ext cx="4860131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945535"/>
            <a:ext cx="4860131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4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9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448807"/>
            <a:ext cx="5589151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1204734"/>
            <a:ext cx="5589151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9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479227"/>
            <a:ext cx="2754074" cy="11422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479227"/>
            <a:ext cx="2754074" cy="11422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95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95846"/>
            <a:ext cx="5589151" cy="347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6" y="441305"/>
            <a:ext cx="274141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6" y="657582"/>
            <a:ext cx="2741418" cy="967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441305"/>
            <a:ext cx="2754918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657582"/>
            <a:ext cx="2754918" cy="9672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70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27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120015"/>
            <a:ext cx="2090025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259199"/>
            <a:ext cx="3280589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540067"/>
            <a:ext cx="2090025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67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120015"/>
            <a:ext cx="2090025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259199"/>
            <a:ext cx="3280589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540067"/>
            <a:ext cx="2090025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89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0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95846"/>
            <a:ext cx="1397288" cy="15256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95846"/>
            <a:ext cx="4110861" cy="15256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9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95846"/>
            <a:ext cx="5589151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479227"/>
            <a:ext cx="5589151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1668542"/>
            <a:ext cx="145803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9F6E-4F4C-4E09-A793-6881B6FDB801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1668542"/>
            <a:ext cx="218705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1668542"/>
            <a:ext cx="1458039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8E247-6455-4E2F-B00F-BD3B284FB3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20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C8158D-3269-A2B4-A00D-998293F186F1}"/>
              </a:ext>
            </a:extLst>
          </p:cNvPr>
          <p:cNvGrpSpPr/>
          <p:nvPr/>
        </p:nvGrpSpPr>
        <p:grpSpPr>
          <a:xfrm>
            <a:off x="-184892" y="-377295"/>
            <a:ext cx="6769522" cy="2657972"/>
            <a:chOff x="1228296" y="1800641"/>
            <a:chExt cx="9704389" cy="381031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4ACF039-FEC8-EEB1-80B1-B11FCC829645}"/>
                </a:ext>
              </a:extLst>
            </p:cNvPr>
            <p:cNvSpPr txBox="1"/>
            <p:nvPr/>
          </p:nvSpPr>
          <p:spPr>
            <a:xfrm>
              <a:off x="1228296" y="1800641"/>
              <a:ext cx="7117275" cy="3810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72" b="1" dirty="0">
                  <a:latin typeface="Alibaba Sans Black" panose="020B0A03020203040204" pitchFamily="34" charset="0"/>
                  <a:ea typeface="Adobe 黑体 Std R" panose="020B0400000000000000" pitchFamily="34" charset="-122"/>
                  <a:cs typeface="Alibaba Sans Black" panose="020B0A03020203040204" pitchFamily="34" charset="0"/>
                </a:rPr>
                <a:t>SHIT</a:t>
              </a:r>
              <a:endParaRPr lang="zh-CN" altLang="en-US" sz="16672" b="1" dirty="0">
                <a:latin typeface="Alibaba Sans Black" panose="020B0A03020203040204" pitchFamily="34" charset="0"/>
                <a:ea typeface="Adobe 黑体 Std R" panose="020B0400000000000000" pitchFamily="34" charset="-122"/>
                <a:cs typeface="Alibaba Sans Black" panose="020B0A03020203040204" pitchFamily="34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2BA243F-93A2-31CA-8F1C-BC761320A53D}"/>
                </a:ext>
              </a:extLst>
            </p:cNvPr>
            <p:cNvSpPr txBox="1"/>
            <p:nvPr/>
          </p:nvSpPr>
          <p:spPr>
            <a:xfrm>
              <a:off x="8195977" y="2426524"/>
              <a:ext cx="2736708" cy="624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418"/>
                </a:spcBef>
                <a:spcAft>
                  <a:spcPts val="418"/>
                </a:spcAft>
              </a:pPr>
              <a:r>
                <a:rPr lang="en-US" altLang="zh-CN" sz="2232" b="1" dirty="0">
                  <a:latin typeface="Alibaba Sans" panose="020B0503020203040204" pitchFamily="34" charset="0"/>
                  <a:ea typeface="Adobe 黑体 Std R" panose="020B0400000000000000" pitchFamily="34" charset="-122"/>
                  <a:cs typeface="Alibaba Sans" panose="020B0503020203040204" pitchFamily="34" charset="0"/>
                </a:rPr>
                <a:t>Sciences</a:t>
              </a:r>
              <a:endParaRPr lang="zh-CN" altLang="en-US" sz="2232" b="1" dirty="0">
                <a:latin typeface="Alibaba Sans" panose="020B0503020203040204" pitchFamily="34" charset="0"/>
                <a:ea typeface="Adobe 黑体 Std R" panose="020B0400000000000000" pitchFamily="34" charset="-122"/>
                <a:cs typeface="Alibaba Sans" panose="020B050302020304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A8C31E-112A-D939-91E9-FA40EE4CAE45}"/>
                </a:ext>
              </a:extLst>
            </p:cNvPr>
            <p:cNvSpPr txBox="1"/>
            <p:nvPr/>
          </p:nvSpPr>
          <p:spPr>
            <a:xfrm>
              <a:off x="8195977" y="2989809"/>
              <a:ext cx="2736708" cy="624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232" b="1" dirty="0">
                  <a:latin typeface="Alibaba Sans" panose="020B0503020203040204" pitchFamily="34" charset="0"/>
                  <a:ea typeface="Adobe 黑体 Std R" panose="020B0400000000000000" pitchFamily="34" charset="-122"/>
                  <a:cs typeface="Alibaba Sans" panose="020B0503020203040204" pitchFamily="34" charset="0"/>
                </a:rPr>
                <a:t>Humanities</a:t>
              </a:r>
              <a:endParaRPr lang="zh-CN" altLang="en-US" sz="2232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1B07247-BF90-55D6-78E1-DFDF785EBA84}"/>
                </a:ext>
              </a:extLst>
            </p:cNvPr>
            <p:cNvSpPr txBox="1"/>
            <p:nvPr/>
          </p:nvSpPr>
          <p:spPr>
            <a:xfrm>
              <a:off x="8195977" y="3553098"/>
              <a:ext cx="2736708" cy="624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232" b="1" dirty="0">
                  <a:latin typeface="Alibaba Sans" panose="020B0503020203040204" pitchFamily="34" charset="0"/>
                  <a:ea typeface="Adobe 黑体 Std R" panose="020B0400000000000000" pitchFamily="34" charset="-122"/>
                  <a:cs typeface="Alibaba Sans" panose="020B0503020203040204" pitchFamily="34" charset="0"/>
                </a:rPr>
                <a:t>Information</a:t>
              </a:r>
              <a:endParaRPr lang="zh-CN" altLang="en-US" sz="2232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7190716-F02C-27DF-F5BD-FB4D1F9D5840}"/>
                </a:ext>
              </a:extLst>
            </p:cNvPr>
            <p:cNvSpPr txBox="1"/>
            <p:nvPr/>
          </p:nvSpPr>
          <p:spPr>
            <a:xfrm>
              <a:off x="8195978" y="4116382"/>
              <a:ext cx="2736707" cy="624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232" b="1" dirty="0">
                  <a:latin typeface="Alibaba Sans" panose="020B0503020203040204" pitchFamily="34" charset="0"/>
                  <a:ea typeface="Adobe 黑体 Std R" panose="020B0400000000000000" pitchFamily="34" charset="-122"/>
                  <a:cs typeface="Alibaba Sans" panose="020B0503020203040204" pitchFamily="34" charset="0"/>
                </a:rPr>
                <a:t>Technology</a:t>
              </a:r>
              <a:endParaRPr lang="zh-CN" altLang="en-US" sz="2232" dirty="0"/>
            </a:p>
          </p:txBody>
        </p:sp>
      </p:grpSp>
    </p:spTree>
    <p:extLst>
      <p:ext uri="{BB962C8B-B14F-4D97-AF65-F5344CB8AC3E}">
        <p14:creationId xmlns:p14="http://schemas.microsoft.com/office/powerpoint/2010/main" val="193935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5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Alibaba Sans</vt:lpstr>
      <vt:lpstr>Alibaba Sans Black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Leamon Lee</dc:creator>
  <cp:lastModifiedBy>Leamon Lee</cp:lastModifiedBy>
  <cp:revision>9</cp:revision>
  <dcterms:created xsi:type="dcterms:W3CDTF">2026-03-07T11:38:33Z</dcterms:created>
  <dcterms:modified xsi:type="dcterms:W3CDTF">2026-03-07T12:55:40Z</dcterms:modified>
</cp:coreProperties>
</file>